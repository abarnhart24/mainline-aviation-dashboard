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2EB1D2-0C95-ABC1-F4CA-47F7CDD6C186}" v="1" dt="2024-09-27T13:06:53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ry Cox" userId="S::scox@goldbergsgroup.com::e2c071ae-e324-4028-85b0-67f6b5eee856" providerId="AD" clId="Web-{412EB1D2-0C95-ABC1-F4CA-47F7CDD6C186}"/>
    <pc:docChg chg="modSld">
      <pc:chgData name="Sherry Cox" userId="S::scox@goldbergsgroup.com::e2c071ae-e324-4028-85b0-67f6b5eee856" providerId="AD" clId="Web-{412EB1D2-0C95-ABC1-F4CA-47F7CDD6C186}" dt="2024-09-27T13:06:53.719" v="0"/>
      <pc:docMkLst>
        <pc:docMk/>
      </pc:docMkLst>
      <pc:sldChg chg="modSp">
        <pc:chgData name="Sherry Cox" userId="S::scox@goldbergsgroup.com::e2c071ae-e324-4028-85b0-67f6b5eee856" providerId="AD" clId="Web-{412EB1D2-0C95-ABC1-F4CA-47F7CDD6C186}" dt="2024-09-27T13:06:53.719" v="0"/>
        <pc:sldMkLst>
          <pc:docMk/>
          <pc:sldMk cId="1584624689" sldId="257"/>
        </pc:sldMkLst>
        <pc:graphicFrameChg chg="modGraphic">
          <ac:chgData name="Sherry Cox" userId="S::scox@goldbergsgroup.com::e2c071ae-e324-4028-85b0-67f6b5eee856" providerId="AD" clId="Web-{412EB1D2-0C95-ABC1-F4CA-47F7CDD6C186}" dt="2024-09-27T13:06:53.719" v="0"/>
          <ac:graphicFrameMkLst>
            <pc:docMk/>
            <pc:sldMk cId="1584624689" sldId="257"/>
            <ac:graphicFrameMk id="6" creationId="{E0D3570C-B4CE-DF16-84C9-AFA44B3D7707}"/>
          </ac:graphicFrameMkLst>
        </pc:graphicFrameChg>
      </pc:sldChg>
    </pc:docChg>
  </pc:docChgLst>
  <pc:docChgLst>
    <pc:chgData name="Sherry Cox" userId="e2c071ae-e324-4028-85b0-67f6b5eee856" providerId="ADAL" clId="{A69771CA-81EA-4085-955E-384A0EE9402B}"/>
    <pc:docChg chg="custSel modSld">
      <pc:chgData name="Sherry Cox" userId="e2c071ae-e324-4028-85b0-67f6b5eee856" providerId="ADAL" clId="{A69771CA-81EA-4085-955E-384A0EE9402B}" dt="2024-09-24T18:44:36.733" v="83" actId="207"/>
      <pc:docMkLst>
        <pc:docMk/>
      </pc:docMkLst>
      <pc:sldChg chg="modSp mod">
        <pc:chgData name="Sherry Cox" userId="e2c071ae-e324-4028-85b0-67f6b5eee856" providerId="ADAL" clId="{A69771CA-81EA-4085-955E-384A0EE9402B}" dt="2024-09-24T18:44:36.733" v="83" actId="207"/>
        <pc:sldMkLst>
          <pc:docMk/>
          <pc:sldMk cId="1584624689" sldId="257"/>
        </pc:sldMkLst>
        <pc:spChg chg="mod">
          <ac:chgData name="Sherry Cox" userId="e2c071ae-e324-4028-85b0-67f6b5eee856" providerId="ADAL" clId="{A69771CA-81EA-4085-955E-384A0EE9402B}" dt="2024-09-24T18:44:36.733" v="83" actId="207"/>
          <ac:spMkLst>
            <pc:docMk/>
            <pc:sldMk cId="1584624689" sldId="257"/>
            <ac:spMk id="2" creationId="{C32AC1CE-7179-FE40-9A01-A3F6AEB0EAE0}"/>
          </ac:spMkLst>
        </pc:spChg>
        <pc:spChg chg="mod">
          <ac:chgData name="Sherry Cox" userId="e2c071ae-e324-4028-85b0-67f6b5eee856" providerId="ADAL" clId="{A69771CA-81EA-4085-955E-384A0EE9402B}" dt="2024-09-24T18:44:34.083" v="82" actId="207"/>
          <ac:spMkLst>
            <pc:docMk/>
            <pc:sldMk cId="1584624689" sldId="257"/>
            <ac:spMk id="3" creationId="{DD4E5B83-1D71-85EE-AC5C-B5CD6610DA50}"/>
          </ac:spMkLst>
        </pc:spChg>
        <pc:spChg chg="mod">
          <ac:chgData name="Sherry Cox" userId="e2c071ae-e324-4028-85b0-67f6b5eee856" providerId="ADAL" clId="{A69771CA-81EA-4085-955E-384A0EE9402B}" dt="2024-09-24T18:44:30.169" v="81" actId="207"/>
          <ac:spMkLst>
            <pc:docMk/>
            <pc:sldMk cId="1584624689" sldId="257"/>
            <ac:spMk id="4" creationId="{B9ECD48D-124D-C0B2-8D74-B543C9F0C055}"/>
          </ac:spMkLst>
        </pc:spChg>
        <pc:spChg chg="mod">
          <ac:chgData name="Sherry Cox" userId="e2c071ae-e324-4028-85b0-67f6b5eee856" providerId="ADAL" clId="{A69771CA-81EA-4085-955E-384A0EE9402B}" dt="2024-09-24T14:10:08.283" v="3" actId="20577"/>
          <ac:spMkLst>
            <pc:docMk/>
            <pc:sldMk cId="1584624689" sldId="257"/>
            <ac:spMk id="11" creationId="{E46DEE89-C057-8E34-642F-CAE286BFEA3C}"/>
          </ac:spMkLst>
        </pc:spChg>
        <pc:spChg chg="mod">
          <ac:chgData name="Sherry Cox" userId="e2c071ae-e324-4028-85b0-67f6b5eee856" providerId="ADAL" clId="{A69771CA-81EA-4085-955E-384A0EE9402B}" dt="2024-09-24T14:10:12.683" v="5" actId="20577"/>
          <ac:spMkLst>
            <pc:docMk/>
            <pc:sldMk cId="1584624689" sldId="257"/>
            <ac:spMk id="12" creationId="{57337B82-D875-9705-E33E-A8273D1D50E9}"/>
          </ac:spMkLst>
        </pc:spChg>
        <pc:graphicFrameChg chg="mod modGraphic">
          <ac:chgData name="Sherry Cox" userId="e2c071ae-e324-4028-85b0-67f6b5eee856" providerId="ADAL" clId="{A69771CA-81EA-4085-955E-384A0EE9402B}" dt="2024-09-24T18:44:20.349" v="80" actId="207"/>
          <ac:graphicFrameMkLst>
            <pc:docMk/>
            <pc:sldMk cId="1584624689" sldId="257"/>
            <ac:graphicFrameMk id="6" creationId="{E0D3570C-B4CE-DF16-84C9-AFA44B3D7707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74CA-F5CA-E26B-2162-4DB44C3B1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C7C4A-FCB8-0AC7-F9ED-CF6B6873B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83EBC-C224-889E-295E-59903429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971F-74DA-2889-E427-A58D7262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40F1-3A35-13F0-CA98-AA485BB2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EF299-40C1-D9EA-D177-3BAFB6A7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FB949-1A6A-C03E-A483-14C4444E2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8DDAA-9617-FAD1-E7D6-E4C00DB1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86706-2982-1580-9AC5-495CB035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22A77-39D7-C8EA-ECE4-0F4317D4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8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B3EF-DD3D-0F67-A206-FFE8CCA6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5565A-E219-938D-8480-72B7D2586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980-73D5-091E-243A-4145D0B1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8E10-DCC9-610C-7266-9890D93E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56436-6D2C-9817-91E3-04F2CFF4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7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1FD6-E317-7973-AB8D-E451B000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1CA12-4547-61F7-103C-307430B5F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C3010-A857-B724-5DF5-5FE7297A4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338B5-0031-DB05-E384-6B8EEB67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7BF9E-07A4-A183-CED6-4E7F3E8FA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68898-989C-C33E-A962-CCDEC786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2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CC2F-0FE9-7DFD-C78E-EC7601885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BC966-9783-6014-B837-AF1201BA3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088A7-7A72-2E4F-97FB-78114E1FF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848F0-6882-B19B-317D-FAF1F8A66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BFF8B7-3663-E828-C079-AE7A0CFB7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D99EF-55C4-E1B0-47FE-B6894A492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79C21-EA11-4D5C-C25B-DC2BE23C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1DB45-993D-6E18-BC25-78AEB992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7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9ECF-4AAF-B687-B76F-956DAC48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F95D0D-A329-4A9F-C30C-F5D3C585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08C3A-CE20-ADAF-98B4-D0E0F11F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869D4-9B5A-4D33-E9EB-024A78D3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B09FF-1999-707C-A3D1-18EC86C03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9E93A3-D240-D0C8-D85C-B8F28188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B7945-CB37-7CBA-63D4-8E11CC6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0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141F-6432-8335-90A3-E17F43D7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5497-41A1-2EB6-868B-254ADB769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7ECC6-4A86-A421-D0BD-7C63A5966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ADA1D-8CA5-8ED5-DCCD-A56C0216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22139-C9F5-ED6C-9532-84F8B61FC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24D1F-8747-555C-A959-CC67B04D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6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C21A-0E40-FF64-934A-D0BC5C59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F0EB7-5045-B7E7-AF0E-3DF73C88F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89C5B-513F-01FF-E579-8C7DB0629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C3881-53CF-C6D8-8398-C1CAE934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BFFF2-DEEF-6556-C90B-52D091A2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0BAAA-E199-766E-FCF8-58FF8219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7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8C9C-2049-8A7C-6523-680D50FDD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EF576-4893-7FE5-9DFD-BAFF44519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60FE7-E17F-9834-C9DB-4763C409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78729-B573-9946-AA6F-B150693D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1AB03-0133-A41F-367A-792DEC3C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5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905F6-194A-4419-4AC2-4804EAF39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D4EDD-8DC6-8812-3D6F-8A89D66B9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7CFC2-D0CD-36F1-DD6B-54F80316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4D362-026F-4545-58BB-1C9B1F39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078B8-C243-D671-F8D2-BD77FB20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2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92DAF-254D-4166-EE97-BCB9BDBA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4957B-2030-0DFF-6A40-603CC3364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54E3B-9687-8993-B340-351E69C22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3D994-B93A-44F1-B0AF-31DB25C41F67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B2588-60CA-2E60-7A95-01EB55717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BF920-D213-1F9D-02B0-E97C6566C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199B2-FC5F-4B6F-9D8A-4EB64276D6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1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C32AC1CE-7179-FE40-9A01-A3F6AEB0EA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8800" y="1377950"/>
            <a:ext cx="3403599" cy="584200"/>
          </a:xfrm>
          <a:prstGeom prst="chevron">
            <a:avLst>
              <a:gd name="adj" fmla="val 40001"/>
            </a:avLst>
          </a:prstGeom>
          <a:solidFill>
            <a:schemeClr val="tx2">
              <a:lumMod val="50000"/>
              <a:lumOff val="50000"/>
            </a:schemeClr>
          </a:solidFill>
          <a:ln w="12700" cap="rnd" algn="ctr">
            <a:noFill/>
            <a:miter lim="800000"/>
            <a:headEnd/>
            <a:tailEnd/>
          </a:ln>
        </p:spPr>
        <p:txBody>
          <a:bodyPr lIns="18288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</a:rPr>
              <a:t>Phase 1- 60 days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DD4E5B83-1D71-85EE-AC5C-B5CD6610DA5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785419" y="1377950"/>
            <a:ext cx="4365523" cy="584200"/>
          </a:xfrm>
          <a:prstGeom prst="chevron">
            <a:avLst>
              <a:gd name="adj" fmla="val 34975"/>
            </a:avLst>
          </a:prstGeom>
          <a:solidFill>
            <a:schemeClr val="tx2">
              <a:lumMod val="50000"/>
              <a:lumOff val="50000"/>
            </a:schemeClr>
          </a:solidFill>
          <a:ln w="12700" cap="rnd" algn="ctr">
            <a:noFill/>
            <a:miter lim="800000"/>
            <a:headEnd/>
            <a:tailEnd/>
          </a:ln>
        </p:spPr>
        <p:txBody>
          <a:bodyPr lIns="18288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</a:rPr>
              <a:t>Phase 2- 120 days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B9ECD48D-124D-C0B2-8D74-B543C9F0C05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973960" y="1377950"/>
            <a:ext cx="1877961" cy="584200"/>
          </a:xfrm>
          <a:prstGeom prst="chevron">
            <a:avLst>
              <a:gd name="adj" fmla="val 34975"/>
            </a:avLst>
          </a:prstGeom>
          <a:solidFill>
            <a:schemeClr val="tx2">
              <a:lumMod val="50000"/>
              <a:lumOff val="50000"/>
            </a:schemeClr>
          </a:solidFill>
          <a:ln w="12700" cap="rnd" algn="ctr">
            <a:noFill/>
            <a:miter lim="800000"/>
            <a:headEnd/>
            <a:tailEnd/>
          </a:ln>
        </p:spPr>
        <p:txBody>
          <a:bodyPr lIns="18288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</a:rPr>
              <a:t>Phase 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D3570C-B4CE-DF16-84C9-AFA44B3D7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549384"/>
              </p:ext>
            </p:extLst>
          </p:nvPr>
        </p:nvGraphicFramePr>
        <p:xfrm>
          <a:off x="776752" y="2228882"/>
          <a:ext cx="8868685" cy="372564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24001">
                  <a:extLst>
                    <a:ext uri="{9D8B030D-6E8A-4147-A177-3AD203B41FA5}">
                      <a16:colId xmlns:a16="http://schemas.microsoft.com/office/drawing/2014/main" val="623129220"/>
                    </a:ext>
                  </a:extLst>
                </a:gridCol>
                <a:gridCol w="581526">
                  <a:extLst>
                    <a:ext uri="{9D8B030D-6E8A-4147-A177-3AD203B41FA5}">
                      <a16:colId xmlns:a16="http://schemas.microsoft.com/office/drawing/2014/main" val="1800185788"/>
                    </a:ext>
                  </a:extLst>
                </a:gridCol>
                <a:gridCol w="775816">
                  <a:extLst>
                    <a:ext uri="{9D8B030D-6E8A-4147-A177-3AD203B41FA5}">
                      <a16:colId xmlns:a16="http://schemas.microsoft.com/office/drawing/2014/main" val="1594457659"/>
                    </a:ext>
                  </a:extLst>
                </a:gridCol>
                <a:gridCol w="621734">
                  <a:extLst>
                    <a:ext uri="{9D8B030D-6E8A-4147-A177-3AD203B41FA5}">
                      <a16:colId xmlns:a16="http://schemas.microsoft.com/office/drawing/2014/main" val="887349405"/>
                    </a:ext>
                  </a:extLst>
                </a:gridCol>
                <a:gridCol w="670701">
                  <a:extLst>
                    <a:ext uri="{9D8B030D-6E8A-4147-A177-3AD203B41FA5}">
                      <a16:colId xmlns:a16="http://schemas.microsoft.com/office/drawing/2014/main" val="3818129169"/>
                    </a:ext>
                  </a:extLst>
                </a:gridCol>
                <a:gridCol w="670701">
                  <a:extLst>
                    <a:ext uri="{9D8B030D-6E8A-4147-A177-3AD203B41FA5}">
                      <a16:colId xmlns:a16="http://schemas.microsoft.com/office/drawing/2014/main" val="1730566236"/>
                    </a:ext>
                  </a:extLst>
                </a:gridCol>
                <a:gridCol w="670701">
                  <a:extLst>
                    <a:ext uri="{9D8B030D-6E8A-4147-A177-3AD203B41FA5}">
                      <a16:colId xmlns:a16="http://schemas.microsoft.com/office/drawing/2014/main" val="317224204"/>
                    </a:ext>
                  </a:extLst>
                </a:gridCol>
                <a:gridCol w="670701">
                  <a:extLst>
                    <a:ext uri="{9D8B030D-6E8A-4147-A177-3AD203B41FA5}">
                      <a16:colId xmlns:a16="http://schemas.microsoft.com/office/drawing/2014/main" val="3437344544"/>
                    </a:ext>
                  </a:extLst>
                </a:gridCol>
                <a:gridCol w="670701">
                  <a:extLst>
                    <a:ext uri="{9D8B030D-6E8A-4147-A177-3AD203B41FA5}">
                      <a16:colId xmlns:a16="http://schemas.microsoft.com/office/drawing/2014/main" val="31925792"/>
                    </a:ext>
                  </a:extLst>
                </a:gridCol>
                <a:gridCol w="670701">
                  <a:extLst>
                    <a:ext uri="{9D8B030D-6E8A-4147-A177-3AD203B41FA5}">
                      <a16:colId xmlns:a16="http://schemas.microsoft.com/office/drawing/2014/main" val="3156731073"/>
                    </a:ext>
                  </a:extLst>
                </a:gridCol>
                <a:gridCol w="670701">
                  <a:extLst>
                    <a:ext uri="{9D8B030D-6E8A-4147-A177-3AD203B41FA5}">
                      <a16:colId xmlns:a16="http://schemas.microsoft.com/office/drawing/2014/main" val="2828965706"/>
                    </a:ext>
                  </a:extLst>
                </a:gridCol>
                <a:gridCol w="670701">
                  <a:extLst>
                    <a:ext uri="{9D8B030D-6E8A-4147-A177-3AD203B41FA5}">
                      <a16:colId xmlns:a16="http://schemas.microsoft.com/office/drawing/2014/main" val="2963053441"/>
                    </a:ext>
                  </a:extLst>
                </a:gridCol>
              </a:tblGrid>
              <a:tr h="2972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altLang="ja-JP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Starts on</a:t>
                      </a:r>
                      <a:endParaRPr kumimoji="0" lang="en-GB" altLang="ja-JP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11/1</a:t>
                      </a:r>
                      <a:endParaRPr kumimoji="0" lang="en-GB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12/1</a:t>
                      </a:r>
                      <a:endParaRPr kumimoji="0" lang="en-GB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9/1</a:t>
                      </a:r>
                    </a:p>
                  </a:txBody>
                  <a:tcPr marL="86400" marR="86400" marT="46800" marB="46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715695"/>
                  </a:ext>
                </a:extLst>
              </a:tr>
              <a:tr h="29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Phase 1</a:t>
                      </a:r>
                      <a:endParaRPr kumimoji="0" lang="en-GB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38093"/>
                  </a:ext>
                </a:extLst>
              </a:tr>
              <a:tr h="297250">
                <a:tc>
                  <a:txBody>
                    <a:bodyPr/>
                    <a:lstStyle/>
                    <a:p>
                      <a:pPr marL="174625" marR="0" lvl="0" indent="-174625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itchFamily="34" charset="0"/>
                        <a:buChar char="•"/>
                        <a:tabLst>
                          <a:tab pos="5715000" algn="l"/>
                        </a:tabLst>
                      </a:pPr>
                      <a:r>
                        <a:rPr kumimoji="0" lang="en-GB" sz="120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Permitting</a:t>
                      </a: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25988180"/>
                  </a:ext>
                </a:extLst>
              </a:tr>
              <a:tr h="2956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itchFamily="34" charset="0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Phase 2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430772451"/>
                  </a:ext>
                </a:extLst>
              </a:tr>
              <a:tr h="297250">
                <a:tc>
                  <a:txBody>
                    <a:bodyPr/>
                    <a:lstStyle/>
                    <a:p>
                      <a:pPr marL="174625" marR="0" lvl="0" indent="-174625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itchFamily="34" charset="0"/>
                        <a:buChar char="•"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Construction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626784139"/>
                  </a:ext>
                </a:extLst>
              </a:tr>
              <a:tr h="297250">
                <a:tc>
                  <a:txBody>
                    <a:bodyPr/>
                    <a:lstStyle/>
                    <a:p>
                      <a:pPr marL="174625" marR="0" lvl="0" indent="-174625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Equipment install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4054522572"/>
                  </a:ext>
                </a:extLst>
              </a:tr>
              <a:tr h="2956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itchFamily="34" charset="0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TSA/Fire Marshall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346227347"/>
                  </a:ext>
                </a:extLst>
              </a:tr>
              <a:tr h="2956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itchFamily="34" charset="0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Custom and border protection sign off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965309800"/>
                  </a:ext>
                </a:extLst>
              </a:tr>
              <a:tr h="2956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itchFamily="34" charset="0"/>
                        <a:buNone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Phase 3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2938675969"/>
                  </a:ext>
                </a:extLst>
              </a:tr>
              <a:tr h="295677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Food Production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163688"/>
                  </a:ext>
                </a:extLst>
              </a:tr>
              <a:tr h="295677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Transition SAS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3497892831"/>
                  </a:ext>
                </a:extLst>
              </a:tr>
              <a:tr h="295677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5715000" algn="l"/>
                        </a:tabLst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Launch VA</a:t>
                      </a: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>
                          <a:tab pos="5715000" algn="l"/>
                        </a:tabLst>
                      </a:pPr>
                      <a:endParaRPr kumimoji="0" lang="en-GB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6400" marR="86400" marT="46800" marB="46800" anchor="ctr" horzOverflow="overflow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00120"/>
                  </a:ext>
                </a:extLst>
              </a:tr>
            </a:tbl>
          </a:graphicData>
        </a:graphic>
      </p:graphicFrame>
      <p:sp>
        <p:nvSpPr>
          <p:cNvPr id="7" name="Left Brace 6">
            <a:extLst>
              <a:ext uri="{FF2B5EF4-FFF2-40B4-BE49-F238E27FC236}">
                <a16:creationId xmlns:a16="http://schemas.microsoft.com/office/drawing/2014/main" id="{62B366E1-2802-EA4B-76B8-24B98221E260}"/>
              </a:ext>
            </a:extLst>
          </p:cNvPr>
          <p:cNvSpPr/>
          <p:nvPr/>
        </p:nvSpPr>
        <p:spPr>
          <a:xfrm rot="5400000">
            <a:off x="2047018" y="-318179"/>
            <a:ext cx="181357" cy="315779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6733B-AA87-243E-4A9A-DB5C9E9149A6}"/>
              </a:ext>
            </a:extLst>
          </p:cNvPr>
          <p:cNvSpPr txBox="1"/>
          <p:nvPr/>
        </p:nvSpPr>
        <p:spPr>
          <a:xfrm>
            <a:off x="1535928" y="891386"/>
            <a:ext cx="1203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Permitting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FA0DCD4D-D30E-FEDD-00B2-FCE060448639}"/>
              </a:ext>
            </a:extLst>
          </p:cNvPr>
          <p:cNvSpPr/>
          <p:nvPr/>
        </p:nvSpPr>
        <p:spPr>
          <a:xfrm rot="5400000">
            <a:off x="5749686" y="-794223"/>
            <a:ext cx="181356" cy="41098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A9C4CFE-ACB1-A5B4-C325-0956CD9CEB05}"/>
              </a:ext>
            </a:extLst>
          </p:cNvPr>
          <p:cNvSpPr/>
          <p:nvPr/>
        </p:nvSpPr>
        <p:spPr>
          <a:xfrm rot="5400000">
            <a:off x="8729612" y="414388"/>
            <a:ext cx="160182" cy="167148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DEE89-C057-8E34-642F-CAE286BFEA3C}"/>
              </a:ext>
            </a:extLst>
          </p:cNvPr>
          <p:cNvSpPr txBox="1"/>
          <p:nvPr/>
        </p:nvSpPr>
        <p:spPr>
          <a:xfrm>
            <a:off x="5117224" y="810676"/>
            <a:ext cx="149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Construction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37B82-D875-9705-E33E-A8273D1D50E9}"/>
              </a:ext>
            </a:extLst>
          </p:cNvPr>
          <p:cNvSpPr txBox="1"/>
          <p:nvPr/>
        </p:nvSpPr>
        <p:spPr>
          <a:xfrm>
            <a:off x="8051687" y="810676"/>
            <a:ext cx="1154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Transition</a:t>
            </a:r>
          </a:p>
        </p:txBody>
      </p:sp>
    </p:spTree>
    <p:extLst>
      <p:ext uri="{BB962C8B-B14F-4D97-AF65-F5344CB8AC3E}">
        <p14:creationId xmlns:p14="http://schemas.microsoft.com/office/powerpoint/2010/main" val="1584624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60CDE7020FBE4F987D5680CBA97CD3" ma:contentTypeVersion="10" ma:contentTypeDescription="Create a new document." ma:contentTypeScope="" ma:versionID="4fbed0173a2ebcc74ba7d005722587c6">
  <xsd:schema xmlns:xsd="http://www.w3.org/2001/XMLSchema" xmlns:xs="http://www.w3.org/2001/XMLSchema" xmlns:p="http://schemas.microsoft.com/office/2006/metadata/properties" xmlns:ns2="042478ca-ca2d-4d01-83eb-90396d5625e9" xmlns:ns3="70b03f2f-74c7-4926-a36d-d4bdb9e02d45" targetNamespace="http://schemas.microsoft.com/office/2006/metadata/properties" ma:root="true" ma:fieldsID="1e47617018f8bf8a4d157a39e72236d1" ns2:_="" ns3:_="">
    <xsd:import namespace="042478ca-ca2d-4d01-83eb-90396d5625e9"/>
    <xsd:import namespace="70b03f2f-74c7-4926-a36d-d4bdb9e02d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EventHashCode" minOccurs="0"/>
                <xsd:element ref="ns2:MediaServiceOCR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478ca-ca2d-4d01-83eb-90396d5625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b03f2f-74c7-4926-a36d-d4bdb9e02d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d25fd-8387-47a0-a3a2-f48b21d35c24}" ma:internalName="TaxCatchAll" ma:showField="CatchAllData" ma:web="70b03f2f-74c7-4926-a36d-d4bdb9e02d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b03f2f-74c7-4926-a36d-d4bdb9e02d45" xsi:nil="true"/>
    <lcf76f155ced4ddcb4097134ff3c332f xmlns="042478ca-ca2d-4d01-83eb-90396d5625e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A340FFA-CA2F-40DD-9B8E-51EBA586DDB6}"/>
</file>

<file path=customXml/itemProps2.xml><?xml version="1.0" encoding="utf-8"?>
<ds:datastoreItem xmlns:ds="http://schemas.openxmlformats.org/officeDocument/2006/customXml" ds:itemID="{41F019CB-EC01-4E89-8A2D-8A51EB3B3B75}"/>
</file>

<file path=customXml/itemProps3.xml><?xml version="1.0" encoding="utf-8"?>
<ds:datastoreItem xmlns:ds="http://schemas.openxmlformats.org/officeDocument/2006/customXml" ds:itemID="{C36C9A01-6347-4DCB-AFB7-8FDCA4C0B705}"/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52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Sherry Cox</dc:creator>
  <cp:lastModifiedBy>Sherry Cox</cp:lastModifiedBy>
  <cp:revision>2</cp:revision>
  <dcterms:created xsi:type="dcterms:W3CDTF">2024-09-23T21:22:15Z</dcterms:created>
  <dcterms:modified xsi:type="dcterms:W3CDTF">2024-09-27T13:06:54Z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0x0101000560CDE7020FBE4F987D5680CBA97CD3</vt:lpwstr>
  </property>
</Properties>
</file>