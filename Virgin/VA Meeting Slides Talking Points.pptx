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10"/>
  </p:notesMasterIdLst>
  <p:sldIdLst>
    <p:sldId id="3436" r:id="rId5"/>
    <p:sldId id="3442" r:id="rId6"/>
    <p:sldId id="3443" r:id="rId7"/>
    <p:sldId id="3444" r:id="rId8"/>
    <p:sldId id="3445" r:id="rId9"/>
  </p:sldIdLst>
  <p:sldSz cx="6858000" cy="9144000" type="letter"/>
  <p:notesSz cx="7086600" cy="93726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-Nahas, Rana" initials="ER" lastIdx="29" clrIdx="0">
    <p:extLst>
      <p:ext uri="{19B8F6BF-5375-455C-9EA6-DF929625EA0E}">
        <p15:presenceInfo xmlns:p15="http://schemas.microsoft.com/office/powerpoint/2012/main" userId="S::rana.el-nahas@delta.com::d2ed4fd7-dee1-4179-af4f-7ee9a76f7f2b" providerId="AD"/>
      </p:ext>
    </p:extLst>
  </p:cmAuthor>
  <p:cmAuthor id="2" name="Byington, Michael" initials="BM" lastIdx="3" clrIdx="1">
    <p:extLst>
      <p:ext uri="{19B8F6BF-5375-455C-9EA6-DF929625EA0E}">
        <p15:presenceInfo xmlns:p15="http://schemas.microsoft.com/office/powerpoint/2012/main" userId="S::michael.byington@delta.com::679f38b2-6563-43db-abfb-f02d7c422ce7" providerId="AD"/>
      </p:ext>
    </p:extLst>
  </p:cmAuthor>
  <p:cmAuthor id="3" name="McClure, Zach" initials="MZ" lastIdx="6" clrIdx="2">
    <p:extLst>
      <p:ext uri="{19B8F6BF-5375-455C-9EA6-DF929625EA0E}">
        <p15:presenceInfo xmlns:p15="http://schemas.microsoft.com/office/powerpoint/2012/main" userId="S::zach.mcclure@delta.com::4c973d53-2a43-406f-9851-d4072cb7d4d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C19A"/>
    <a:srgbClr val="FF9D2B"/>
    <a:srgbClr val="ADD6FF"/>
    <a:srgbClr val="003366"/>
    <a:srgbClr val="003300"/>
    <a:srgbClr val="7A96B3"/>
    <a:srgbClr val="9B1631"/>
    <a:srgbClr val="008000"/>
    <a:srgbClr val="CBCBCB"/>
    <a:srgbClr val="E7E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802CAE-59BD-4457-8023-6BD02725E750}" v="15" dt="2024-10-07T20:09:59.320"/>
    <p1510:client id="{96EBB31A-EBD6-4710-983A-6D7418170B85}" v="6" dt="2024-10-08T07:00:07.8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7"/>
    <p:restoredTop sz="94640"/>
  </p:normalViewPr>
  <p:slideViewPr>
    <p:cSldViewPr snapToGrid="0">
      <p:cViewPr varScale="1">
        <p:scale>
          <a:sx n="59" d="100"/>
          <a:sy n="59" d="100"/>
        </p:scale>
        <p:origin x="256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rry Cox" userId="e2c071ae-e324-4028-85b0-67f6b5eee856" providerId="ADAL" clId="{96EBB31A-EBD6-4710-983A-6D7418170B85}"/>
    <pc:docChg chg="custSel addSld modSld">
      <pc:chgData name="Sherry Cox" userId="e2c071ae-e324-4028-85b0-67f6b5eee856" providerId="ADAL" clId="{96EBB31A-EBD6-4710-983A-6D7418170B85}" dt="2024-10-08T07:01:12.360" v="1969" actId="14100"/>
      <pc:docMkLst>
        <pc:docMk/>
      </pc:docMkLst>
      <pc:sldChg chg="delSp modSp mod">
        <pc:chgData name="Sherry Cox" userId="e2c071ae-e324-4028-85b0-67f6b5eee856" providerId="ADAL" clId="{96EBB31A-EBD6-4710-983A-6D7418170B85}" dt="2024-10-08T07:01:12.360" v="1969" actId="14100"/>
        <pc:sldMkLst>
          <pc:docMk/>
          <pc:sldMk cId="4060071322" sldId="3436"/>
        </pc:sldMkLst>
        <pc:spChg chg="mod">
          <ac:chgData name="Sherry Cox" userId="e2c071ae-e324-4028-85b0-67f6b5eee856" providerId="ADAL" clId="{96EBB31A-EBD6-4710-983A-6D7418170B85}" dt="2024-10-08T07:01:12.360" v="1969" actId="14100"/>
          <ac:spMkLst>
            <pc:docMk/>
            <pc:sldMk cId="4060071322" sldId="3436"/>
            <ac:spMk id="76" creationId="{9E16EE03-7D65-BC1D-F9F4-A0BE0784237E}"/>
          </ac:spMkLst>
        </pc:spChg>
        <pc:spChg chg="mod">
          <ac:chgData name="Sherry Cox" userId="e2c071ae-e324-4028-85b0-67f6b5eee856" providerId="ADAL" clId="{96EBB31A-EBD6-4710-983A-6D7418170B85}" dt="2024-10-08T06:56:45.698" v="1781" actId="1076"/>
          <ac:spMkLst>
            <pc:docMk/>
            <pc:sldMk cId="4060071322" sldId="3436"/>
            <ac:spMk id="78" creationId="{4D830918-F60F-B37C-7DA4-845E5FBFA2FB}"/>
          </ac:spMkLst>
        </pc:spChg>
        <pc:spChg chg="mod">
          <ac:chgData name="Sherry Cox" userId="e2c071ae-e324-4028-85b0-67f6b5eee856" providerId="ADAL" clId="{96EBB31A-EBD6-4710-983A-6D7418170B85}" dt="2024-10-08T07:00:47.438" v="1968" actId="20577"/>
          <ac:spMkLst>
            <pc:docMk/>
            <pc:sldMk cId="4060071322" sldId="3436"/>
            <ac:spMk id="80" creationId="{B0B7DA5C-379E-C798-EBAC-BD3A1EB240F7}"/>
          </ac:spMkLst>
        </pc:spChg>
        <pc:spChg chg="mod">
          <ac:chgData name="Sherry Cox" userId="e2c071ae-e324-4028-85b0-67f6b5eee856" providerId="ADAL" clId="{96EBB31A-EBD6-4710-983A-6D7418170B85}" dt="2024-10-08T06:59:33.104" v="1894" actId="20577"/>
          <ac:spMkLst>
            <pc:docMk/>
            <pc:sldMk cId="4060071322" sldId="3436"/>
            <ac:spMk id="82" creationId="{B949C4E4-A127-B2C0-162A-05B5BCCCF02A}"/>
          </ac:spMkLst>
        </pc:spChg>
        <pc:spChg chg="del">
          <ac:chgData name="Sherry Cox" userId="e2c071ae-e324-4028-85b0-67f6b5eee856" providerId="ADAL" clId="{96EBB31A-EBD6-4710-983A-6D7418170B85}" dt="2024-10-08T06:56:50.196" v="1782" actId="478"/>
          <ac:spMkLst>
            <pc:docMk/>
            <pc:sldMk cId="4060071322" sldId="3436"/>
            <ac:spMk id="83" creationId="{54656EFE-9E80-B620-DE54-65C7F3E9744D}"/>
          </ac:spMkLst>
        </pc:spChg>
        <pc:spChg chg="mod">
          <ac:chgData name="Sherry Cox" userId="e2c071ae-e324-4028-85b0-67f6b5eee856" providerId="ADAL" clId="{96EBB31A-EBD6-4710-983A-6D7418170B85}" dt="2024-10-08T06:57:44.921" v="1817" actId="1076"/>
          <ac:spMkLst>
            <pc:docMk/>
            <pc:sldMk cId="4060071322" sldId="3436"/>
            <ac:spMk id="84" creationId="{8443C863-1651-71E6-241D-68A13EEE9858}"/>
          </ac:spMkLst>
        </pc:spChg>
        <pc:picChg chg="mod">
          <ac:chgData name="Sherry Cox" userId="e2c071ae-e324-4028-85b0-67f6b5eee856" providerId="ADAL" clId="{96EBB31A-EBD6-4710-983A-6D7418170B85}" dt="2024-10-08T07:00:07.805" v="1910" actId="14100"/>
          <ac:picMkLst>
            <pc:docMk/>
            <pc:sldMk cId="4060071322" sldId="3436"/>
            <ac:picMk id="4" creationId="{6113C88B-CE0F-53B4-6869-12AB116B9A23}"/>
          </ac:picMkLst>
        </pc:picChg>
        <pc:picChg chg="mod">
          <ac:chgData name="Sherry Cox" userId="e2c071ae-e324-4028-85b0-67f6b5eee856" providerId="ADAL" clId="{96EBB31A-EBD6-4710-983A-6D7418170B85}" dt="2024-10-08T07:00:13.480" v="1911" actId="14100"/>
          <ac:picMkLst>
            <pc:docMk/>
            <pc:sldMk cId="4060071322" sldId="3436"/>
            <ac:picMk id="6" creationId="{72B90598-EB92-9D95-0E2E-A661BA0823C3}"/>
          </ac:picMkLst>
        </pc:picChg>
        <pc:picChg chg="mod">
          <ac:chgData name="Sherry Cox" userId="e2c071ae-e324-4028-85b0-67f6b5eee856" providerId="ADAL" clId="{96EBB31A-EBD6-4710-983A-6D7418170B85}" dt="2024-10-08T06:57:51.217" v="1818" actId="1076"/>
          <ac:picMkLst>
            <pc:docMk/>
            <pc:sldMk cId="4060071322" sldId="3436"/>
            <ac:picMk id="1028" creationId="{03BC83A3-0664-DE76-04BD-48648E6E3A74}"/>
          </ac:picMkLst>
        </pc:picChg>
      </pc:sldChg>
      <pc:sldChg chg="modSp mod">
        <pc:chgData name="Sherry Cox" userId="e2c071ae-e324-4028-85b0-67f6b5eee856" providerId="ADAL" clId="{96EBB31A-EBD6-4710-983A-6D7418170B85}" dt="2024-10-08T06:11:51.459" v="182" actId="20577"/>
        <pc:sldMkLst>
          <pc:docMk/>
          <pc:sldMk cId="3649319502" sldId="3442"/>
        </pc:sldMkLst>
        <pc:spChg chg="mod">
          <ac:chgData name="Sherry Cox" userId="e2c071ae-e324-4028-85b0-67f6b5eee856" providerId="ADAL" clId="{96EBB31A-EBD6-4710-983A-6D7418170B85}" dt="2024-10-08T06:09:36.292" v="19" actId="20577"/>
          <ac:spMkLst>
            <pc:docMk/>
            <pc:sldMk cId="3649319502" sldId="3442"/>
            <ac:spMk id="9" creationId="{E9E4F4F0-D2BA-3144-1987-CEAE638FF09C}"/>
          </ac:spMkLst>
        </pc:spChg>
        <pc:spChg chg="mod">
          <ac:chgData name="Sherry Cox" userId="e2c071ae-e324-4028-85b0-67f6b5eee856" providerId="ADAL" clId="{96EBB31A-EBD6-4710-983A-6D7418170B85}" dt="2024-10-08T06:11:24.847" v="155" actId="20577"/>
          <ac:spMkLst>
            <pc:docMk/>
            <pc:sldMk cId="3649319502" sldId="3442"/>
            <ac:spMk id="10" creationId="{72E9E611-CED2-EBFC-617A-513327A451F3}"/>
          </ac:spMkLst>
        </pc:spChg>
        <pc:spChg chg="mod">
          <ac:chgData name="Sherry Cox" userId="e2c071ae-e324-4028-85b0-67f6b5eee856" providerId="ADAL" clId="{96EBB31A-EBD6-4710-983A-6D7418170B85}" dt="2024-10-08T06:11:51.459" v="182" actId="20577"/>
          <ac:spMkLst>
            <pc:docMk/>
            <pc:sldMk cId="3649319502" sldId="3442"/>
            <ac:spMk id="11" creationId="{AC777425-DEE6-FACD-75D5-7A1D9B4114B3}"/>
          </ac:spMkLst>
        </pc:spChg>
      </pc:sldChg>
      <pc:sldChg chg="addSp delSp modSp mod">
        <pc:chgData name="Sherry Cox" userId="e2c071ae-e324-4028-85b0-67f6b5eee856" providerId="ADAL" clId="{96EBB31A-EBD6-4710-983A-6D7418170B85}" dt="2024-10-08T06:20:16.826" v="572" actId="1076"/>
        <pc:sldMkLst>
          <pc:docMk/>
          <pc:sldMk cId="3337078019" sldId="3443"/>
        </pc:sldMkLst>
        <pc:spChg chg="mod">
          <ac:chgData name="Sherry Cox" userId="e2c071ae-e324-4028-85b0-67f6b5eee856" providerId="ADAL" clId="{96EBB31A-EBD6-4710-983A-6D7418170B85}" dt="2024-10-08T06:18:49.003" v="569" actId="20577"/>
          <ac:spMkLst>
            <pc:docMk/>
            <pc:sldMk cId="3337078019" sldId="3443"/>
            <ac:spMk id="7" creationId="{C09D72F8-500C-9D8A-50E4-5AB17ED5C1FF}"/>
          </ac:spMkLst>
        </pc:spChg>
        <pc:spChg chg="mod">
          <ac:chgData name="Sherry Cox" userId="e2c071ae-e324-4028-85b0-67f6b5eee856" providerId="ADAL" clId="{96EBB31A-EBD6-4710-983A-6D7418170B85}" dt="2024-10-08T06:14:40.019" v="362" actId="313"/>
          <ac:spMkLst>
            <pc:docMk/>
            <pc:sldMk cId="3337078019" sldId="3443"/>
            <ac:spMk id="8" creationId="{7224E532-AA97-4CF1-A539-B3DE8FB1380D}"/>
          </ac:spMkLst>
        </pc:spChg>
        <pc:picChg chg="del">
          <ac:chgData name="Sherry Cox" userId="e2c071ae-e324-4028-85b0-67f6b5eee856" providerId="ADAL" clId="{96EBB31A-EBD6-4710-983A-6D7418170B85}" dt="2024-10-08T06:19:30.877" v="570" actId="478"/>
          <ac:picMkLst>
            <pc:docMk/>
            <pc:sldMk cId="3337078019" sldId="3443"/>
            <ac:picMk id="4" creationId="{50871FC2-181A-0C4D-C14F-90C0EF9F05EF}"/>
          </ac:picMkLst>
        </pc:picChg>
        <pc:picChg chg="add mod">
          <ac:chgData name="Sherry Cox" userId="e2c071ae-e324-4028-85b0-67f6b5eee856" providerId="ADAL" clId="{96EBB31A-EBD6-4710-983A-6D7418170B85}" dt="2024-10-08T06:16:59.541" v="367" actId="1076"/>
          <ac:picMkLst>
            <pc:docMk/>
            <pc:sldMk cId="3337078019" sldId="3443"/>
            <ac:picMk id="5" creationId="{47DA75B2-82B0-C055-E269-B430CAFC0C3D}"/>
          </ac:picMkLst>
        </pc:picChg>
        <pc:picChg chg="add mod">
          <ac:chgData name="Sherry Cox" userId="e2c071ae-e324-4028-85b0-67f6b5eee856" providerId="ADAL" clId="{96EBB31A-EBD6-4710-983A-6D7418170B85}" dt="2024-10-08T06:20:16.826" v="572" actId="1076"/>
          <ac:picMkLst>
            <pc:docMk/>
            <pc:sldMk cId="3337078019" sldId="3443"/>
            <ac:picMk id="10" creationId="{EE9302C8-214B-076E-38B9-8565E1A656CF}"/>
          </ac:picMkLst>
        </pc:picChg>
      </pc:sldChg>
      <pc:sldChg chg="addSp modSp mod">
        <pc:chgData name="Sherry Cox" userId="e2c071ae-e324-4028-85b0-67f6b5eee856" providerId="ADAL" clId="{96EBB31A-EBD6-4710-983A-6D7418170B85}" dt="2024-10-08T06:37:09.324" v="1437" actId="20577"/>
        <pc:sldMkLst>
          <pc:docMk/>
          <pc:sldMk cId="4167239021" sldId="3444"/>
        </pc:sldMkLst>
        <pc:spChg chg="mod">
          <ac:chgData name="Sherry Cox" userId="e2c071ae-e324-4028-85b0-67f6b5eee856" providerId="ADAL" clId="{96EBB31A-EBD6-4710-983A-6D7418170B85}" dt="2024-10-08T06:32:42.809" v="936" actId="20577"/>
          <ac:spMkLst>
            <pc:docMk/>
            <pc:sldMk cId="4167239021" sldId="3444"/>
            <ac:spMk id="9" creationId="{C3EBEC1E-751A-DE63-0381-F002394E7075}"/>
          </ac:spMkLst>
        </pc:spChg>
        <pc:spChg chg="mod">
          <ac:chgData name="Sherry Cox" userId="e2c071ae-e324-4028-85b0-67f6b5eee856" providerId="ADAL" clId="{96EBB31A-EBD6-4710-983A-6D7418170B85}" dt="2024-10-08T06:35:39.783" v="1258" actId="313"/>
          <ac:spMkLst>
            <pc:docMk/>
            <pc:sldMk cId="4167239021" sldId="3444"/>
            <ac:spMk id="10" creationId="{E6BE99E1-7C12-EE0F-2A2A-EC82367E82CC}"/>
          </ac:spMkLst>
        </pc:spChg>
        <pc:spChg chg="mod">
          <ac:chgData name="Sherry Cox" userId="e2c071ae-e324-4028-85b0-67f6b5eee856" providerId="ADAL" clId="{96EBB31A-EBD6-4710-983A-6D7418170B85}" dt="2024-10-08T06:37:09.324" v="1437" actId="20577"/>
          <ac:spMkLst>
            <pc:docMk/>
            <pc:sldMk cId="4167239021" sldId="3444"/>
            <ac:spMk id="11" creationId="{2CCC95A3-F700-C012-BB52-6A9CD4543F02}"/>
          </ac:spMkLst>
        </pc:spChg>
        <pc:picChg chg="add mod">
          <ac:chgData name="Sherry Cox" userId="e2c071ae-e324-4028-85b0-67f6b5eee856" providerId="ADAL" clId="{96EBB31A-EBD6-4710-983A-6D7418170B85}" dt="2024-10-08T06:21:33.965" v="578" actId="1076"/>
          <ac:picMkLst>
            <pc:docMk/>
            <pc:sldMk cId="4167239021" sldId="3444"/>
            <ac:picMk id="4" creationId="{06F53859-EA5F-473B-0B90-2CA8FBB432AA}"/>
          </ac:picMkLst>
        </pc:picChg>
        <pc:picChg chg="add mod">
          <ac:chgData name="Sherry Cox" userId="e2c071ae-e324-4028-85b0-67f6b5eee856" providerId="ADAL" clId="{96EBB31A-EBD6-4710-983A-6D7418170B85}" dt="2024-10-08T06:23:32.358" v="592" actId="14100"/>
          <ac:picMkLst>
            <pc:docMk/>
            <pc:sldMk cId="4167239021" sldId="3444"/>
            <ac:picMk id="6" creationId="{3B179E5F-CD7C-8CE5-F6DF-D4DD8890450F}"/>
          </ac:picMkLst>
        </pc:picChg>
        <pc:picChg chg="add mod">
          <ac:chgData name="Sherry Cox" userId="e2c071ae-e324-4028-85b0-67f6b5eee856" providerId="ADAL" clId="{96EBB31A-EBD6-4710-983A-6D7418170B85}" dt="2024-10-08T06:23:19.026" v="590" actId="14100"/>
          <ac:picMkLst>
            <pc:docMk/>
            <pc:sldMk cId="4167239021" sldId="3444"/>
            <ac:picMk id="8" creationId="{A4E13334-5644-D6BE-3FDE-1E4F0EC1BB10}"/>
          </ac:picMkLst>
        </pc:picChg>
      </pc:sldChg>
      <pc:sldChg chg="addSp delSp modSp add mod">
        <pc:chgData name="Sherry Cox" userId="e2c071ae-e324-4028-85b0-67f6b5eee856" providerId="ADAL" clId="{96EBB31A-EBD6-4710-983A-6D7418170B85}" dt="2024-10-08T06:40:00.017" v="1703" actId="20577"/>
        <pc:sldMkLst>
          <pc:docMk/>
          <pc:sldMk cId="2275459901" sldId="3445"/>
        </pc:sldMkLst>
        <pc:spChg chg="mod">
          <ac:chgData name="Sherry Cox" userId="e2c071ae-e324-4028-85b0-67f6b5eee856" providerId="ADAL" clId="{96EBB31A-EBD6-4710-983A-6D7418170B85}" dt="2024-10-08T06:38:06.865" v="1469" actId="20577"/>
          <ac:spMkLst>
            <pc:docMk/>
            <pc:sldMk cId="2275459901" sldId="3445"/>
            <ac:spMk id="9" creationId="{C3EBEC1E-751A-DE63-0381-F002394E7075}"/>
          </ac:spMkLst>
        </pc:spChg>
        <pc:spChg chg="mod">
          <ac:chgData name="Sherry Cox" userId="e2c071ae-e324-4028-85b0-67f6b5eee856" providerId="ADAL" clId="{96EBB31A-EBD6-4710-983A-6D7418170B85}" dt="2024-10-08T06:38:53.629" v="1538" actId="20577"/>
          <ac:spMkLst>
            <pc:docMk/>
            <pc:sldMk cId="2275459901" sldId="3445"/>
            <ac:spMk id="10" creationId="{E6BE99E1-7C12-EE0F-2A2A-EC82367E82CC}"/>
          </ac:spMkLst>
        </pc:spChg>
        <pc:spChg chg="mod">
          <ac:chgData name="Sherry Cox" userId="e2c071ae-e324-4028-85b0-67f6b5eee856" providerId="ADAL" clId="{96EBB31A-EBD6-4710-983A-6D7418170B85}" dt="2024-10-08T06:40:00.017" v="1703" actId="20577"/>
          <ac:spMkLst>
            <pc:docMk/>
            <pc:sldMk cId="2275459901" sldId="3445"/>
            <ac:spMk id="11" creationId="{2CCC95A3-F700-C012-BB52-6A9CD4543F02}"/>
          </ac:spMkLst>
        </pc:spChg>
        <pc:picChg chg="del">
          <ac:chgData name="Sherry Cox" userId="e2c071ae-e324-4028-85b0-67f6b5eee856" providerId="ADAL" clId="{96EBB31A-EBD6-4710-983A-6D7418170B85}" dt="2024-10-08T06:23:45.832" v="594" actId="478"/>
          <ac:picMkLst>
            <pc:docMk/>
            <pc:sldMk cId="2275459901" sldId="3445"/>
            <ac:picMk id="4" creationId="{06F53859-EA5F-473B-0B90-2CA8FBB432AA}"/>
          </ac:picMkLst>
        </pc:picChg>
        <pc:picChg chg="add mod">
          <ac:chgData name="Sherry Cox" userId="e2c071ae-e324-4028-85b0-67f6b5eee856" providerId="ADAL" clId="{96EBB31A-EBD6-4710-983A-6D7418170B85}" dt="2024-10-08T06:27:59.312" v="615" actId="1076"/>
          <ac:picMkLst>
            <pc:docMk/>
            <pc:sldMk cId="2275459901" sldId="3445"/>
            <ac:picMk id="5" creationId="{E0808DE8-092A-7DB9-D312-08FC83A0A6E1}"/>
          </ac:picMkLst>
        </pc:picChg>
        <pc:picChg chg="del">
          <ac:chgData name="Sherry Cox" userId="e2c071ae-e324-4028-85b0-67f6b5eee856" providerId="ADAL" clId="{96EBB31A-EBD6-4710-983A-6D7418170B85}" dt="2024-10-08T06:23:47.917" v="595" actId="478"/>
          <ac:picMkLst>
            <pc:docMk/>
            <pc:sldMk cId="2275459901" sldId="3445"/>
            <ac:picMk id="6" creationId="{3B179E5F-CD7C-8CE5-F6DF-D4DD8890450F}"/>
          </ac:picMkLst>
        </pc:picChg>
        <pc:picChg chg="del">
          <ac:chgData name="Sherry Cox" userId="e2c071ae-e324-4028-85b0-67f6b5eee856" providerId="ADAL" clId="{96EBB31A-EBD6-4710-983A-6D7418170B85}" dt="2024-10-08T06:23:52.981" v="596" actId="478"/>
          <ac:picMkLst>
            <pc:docMk/>
            <pc:sldMk cId="2275459901" sldId="3445"/>
            <ac:picMk id="8" creationId="{A4E13334-5644-D6BE-3FDE-1E4F0EC1BB10}"/>
          </ac:picMkLst>
        </pc:picChg>
        <pc:picChg chg="add mod">
          <ac:chgData name="Sherry Cox" userId="e2c071ae-e324-4028-85b0-67f6b5eee856" providerId="ADAL" clId="{96EBB31A-EBD6-4710-983A-6D7418170B85}" dt="2024-10-08T06:25:25.651" v="606" actId="1076"/>
          <ac:picMkLst>
            <pc:docMk/>
            <pc:sldMk cId="2275459901" sldId="3445"/>
            <ac:picMk id="12" creationId="{160C858A-7178-31F5-EABF-79DD38ED8B3A}"/>
          </ac:picMkLst>
        </pc:picChg>
        <pc:picChg chg="add mod">
          <ac:chgData name="Sherry Cox" userId="e2c071ae-e324-4028-85b0-67f6b5eee856" providerId="ADAL" clId="{96EBB31A-EBD6-4710-983A-6D7418170B85}" dt="2024-10-08T06:27:17.339" v="613" actId="1076"/>
          <ac:picMkLst>
            <pc:docMk/>
            <pc:sldMk cId="2275459901" sldId="3445"/>
            <ac:picMk id="14" creationId="{6F3A20A2-343A-9698-BD94-C28A1BBC4EC4}"/>
          </ac:picMkLst>
        </pc:picChg>
        <pc:picChg chg="add mod">
          <ac:chgData name="Sherry Cox" userId="e2c071ae-e324-4028-85b0-67f6b5eee856" providerId="ADAL" clId="{96EBB31A-EBD6-4710-983A-6D7418170B85}" dt="2024-10-08T06:27:19.809" v="614" actId="1076"/>
          <ac:picMkLst>
            <pc:docMk/>
            <pc:sldMk cId="2275459901" sldId="3445"/>
            <ac:picMk id="16" creationId="{86EA86AA-9BC9-9158-0561-65776A9AEFC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0860" cy="470257"/>
          </a:xfrm>
          <a:prstGeom prst="rect">
            <a:avLst/>
          </a:prstGeom>
        </p:spPr>
        <p:txBody>
          <a:bodyPr vert="horz" lIns="94032" tIns="47016" rIns="94032" bIns="4701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14101" y="0"/>
            <a:ext cx="3070860" cy="470257"/>
          </a:xfrm>
          <a:prstGeom prst="rect">
            <a:avLst/>
          </a:prstGeom>
        </p:spPr>
        <p:txBody>
          <a:bodyPr vert="horz" lIns="94032" tIns="47016" rIns="94032" bIns="47016" rtlCol="0"/>
          <a:lstStyle>
            <a:lvl1pPr algn="r">
              <a:defRPr sz="1200"/>
            </a:lvl1pPr>
          </a:lstStyle>
          <a:p>
            <a:fld id="{D1A2B84A-541E-40FA-A9D4-92EAC3E159CC}" type="datetimeFigureOut">
              <a:rPr lang="en-US" smtClean="0"/>
              <a:t>10/8/2024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171575"/>
            <a:ext cx="2371725" cy="3162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32" tIns="47016" rIns="94032" bIns="4701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660" y="4510564"/>
            <a:ext cx="5669280" cy="3690462"/>
          </a:xfrm>
          <a:prstGeom prst="rect">
            <a:avLst/>
          </a:prstGeom>
        </p:spPr>
        <p:txBody>
          <a:bodyPr vert="horz" lIns="94032" tIns="47016" rIns="94032" bIns="470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02345"/>
            <a:ext cx="3070860" cy="470256"/>
          </a:xfrm>
          <a:prstGeom prst="rect">
            <a:avLst/>
          </a:prstGeom>
        </p:spPr>
        <p:txBody>
          <a:bodyPr vert="horz" lIns="94032" tIns="47016" rIns="94032" bIns="4701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14101" y="8902345"/>
            <a:ext cx="3070860" cy="470256"/>
          </a:xfrm>
          <a:prstGeom prst="rect">
            <a:avLst/>
          </a:prstGeom>
        </p:spPr>
        <p:txBody>
          <a:bodyPr vert="horz" lIns="94032" tIns="47016" rIns="94032" bIns="47016" rtlCol="0" anchor="b"/>
          <a:lstStyle>
            <a:lvl1pPr algn="r">
              <a:defRPr sz="1200"/>
            </a:lvl1pPr>
          </a:lstStyle>
          <a:p>
            <a:fld id="{CBCE6048-1A85-4A77-A58A-BF8486935A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472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D7A58A-32A2-48AF-AFDE-66A4D7237BB5}" type="slidenum">
              <a:rPr lang="en-US" smtClean="0">
                <a:latin typeface="Arial" panose="020B0604020202020204" pitchFamily="34" charset="0"/>
              </a:rPr>
              <a:pPr>
                <a:defRPr/>
              </a:pPr>
              <a:t>1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867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  <a:lvl2pPr>
              <a:defRPr>
                <a:latin typeface="+mn-lt"/>
                <a:ea typeface="+mn-ea"/>
                <a:cs typeface="+mn-cs"/>
                <a:sym typeface="+mn-lt"/>
              </a:defRPr>
            </a:lvl2pPr>
            <a:lvl3pPr>
              <a:defRPr>
                <a:latin typeface="+mn-lt"/>
                <a:ea typeface="+mn-ea"/>
                <a:cs typeface="+mn-cs"/>
                <a:sym typeface="+mn-lt"/>
              </a:defRPr>
            </a:lvl3pPr>
            <a:lvl4pPr>
              <a:defRPr>
                <a:latin typeface="+mn-lt"/>
                <a:ea typeface="+mn-ea"/>
                <a:cs typeface="+mn-cs"/>
                <a:sym typeface="+mn-lt"/>
              </a:defRPr>
            </a:lvl4pPr>
            <a:lvl5pPr>
              <a:defRPr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>
              <a:defRPr/>
            </a:pPr>
            <a:fld id="{8EF1E286-863E-443C-80DD-B1F1AE05C4A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585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>
              <a:defRPr/>
            </a:pPr>
            <a:fld id="{BA205874-E0EA-471C-8627-0A9C7167430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51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943063759"/>
              </p:ext>
            </p:ext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140074" cy="14431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80686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33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1055688"/>
            <a:ext cx="6172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21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73839" y="8851901"/>
            <a:ext cx="276225" cy="29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971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>
              <a:defRPr/>
            </a:pPr>
            <a:fld id="{6E32D0B9-CD55-4C31-9D2F-C747090BC6E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366713"/>
            <a:ext cx="6172200" cy="571500"/>
          </a:xfrm>
          <a:prstGeom prst="rect">
            <a:avLst/>
          </a:prstGeom>
          <a:solidFill>
            <a:srgbClr val="FF9D2B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6244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330" b="1">
          <a:solidFill>
            <a:schemeClr val="bg1"/>
          </a:solidFill>
          <a:latin typeface="+mj-lt"/>
          <a:ea typeface="+mj-ea"/>
          <a:cs typeface="+mj-cs"/>
          <a:sym typeface="+mj-lt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330" b="1">
          <a:solidFill>
            <a:schemeClr val="bg1"/>
          </a:solidFill>
          <a:latin typeface="Arial" charset="0"/>
          <a:ea typeface="ＭＳ Ｐゴシック"/>
          <a:cs typeface="ＭＳ Ｐ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330" b="1">
          <a:solidFill>
            <a:schemeClr val="bg1"/>
          </a:solidFill>
          <a:latin typeface="Arial" charset="0"/>
          <a:ea typeface="ＭＳ Ｐゴシック"/>
          <a:cs typeface="ＭＳ Ｐ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330" b="1">
          <a:solidFill>
            <a:schemeClr val="bg1"/>
          </a:solidFill>
          <a:latin typeface="Arial" charset="0"/>
          <a:ea typeface="ＭＳ Ｐゴシック"/>
          <a:cs typeface="ＭＳ Ｐ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330" b="1">
          <a:solidFill>
            <a:schemeClr val="bg1"/>
          </a:solidFill>
          <a:latin typeface="Arial" charset="0"/>
          <a:ea typeface="ＭＳ Ｐゴシック"/>
          <a:cs typeface="ＭＳ Ｐゴシック"/>
        </a:defRPr>
      </a:lvl5pPr>
      <a:lvl6pPr marL="443777" algn="ctr" rtl="0" fontAlgn="base">
        <a:spcBef>
          <a:spcPct val="0"/>
        </a:spcBef>
        <a:spcAft>
          <a:spcPct val="0"/>
        </a:spcAft>
        <a:defRPr sz="2330" b="1">
          <a:solidFill>
            <a:schemeClr val="bg1"/>
          </a:solidFill>
          <a:latin typeface="Arial" charset="0"/>
          <a:ea typeface="ＭＳ Ｐゴシック" pitchFamily="34" charset="-128"/>
        </a:defRPr>
      </a:lvl6pPr>
      <a:lvl7pPr marL="887553" algn="ctr" rtl="0" fontAlgn="base">
        <a:spcBef>
          <a:spcPct val="0"/>
        </a:spcBef>
        <a:spcAft>
          <a:spcPct val="0"/>
        </a:spcAft>
        <a:defRPr sz="2330" b="1">
          <a:solidFill>
            <a:schemeClr val="bg1"/>
          </a:solidFill>
          <a:latin typeface="Arial" charset="0"/>
          <a:ea typeface="ＭＳ Ｐゴシック" pitchFamily="34" charset="-128"/>
        </a:defRPr>
      </a:lvl7pPr>
      <a:lvl8pPr marL="1331330" algn="ctr" rtl="0" fontAlgn="base">
        <a:spcBef>
          <a:spcPct val="0"/>
        </a:spcBef>
        <a:spcAft>
          <a:spcPct val="0"/>
        </a:spcAft>
        <a:defRPr sz="2330" b="1">
          <a:solidFill>
            <a:schemeClr val="bg1"/>
          </a:solidFill>
          <a:latin typeface="Arial" charset="0"/>
          <a:ea typeface="ＭＳ Ｐゴシック" pitchFamily="34" charset="-128"/>
        </a:defRPr>
      </a:lvl8pPr>
      <a:lvl9pPr marL="1775106" algn="ctr" rtl="0" fontAlgn="base">
        <a:spcBef>
          <a:spcPct val="0"/>
        </a:spcBef>
        <a:spcAft>
          <a:spcPct val="0"/>
        </a:spcAft>
        <a:defRPr sz="2330" b="1">
          <a:solidFill>
            <a:schemeClr val="bg1"/>
          </a:solidFill>
          <a:latin typeface="Arial" charset="0"/>
          <a:ea typeface="ＭＳ Ｐゴシック" pitchFamily="34" charset="-128"/>
        </a:defRPr>
      </a:lvl9pPr>
    </p:titleStyle>
    <p:bodyStyle>
      <a:lvl1pPr marL="217266" indent="-217266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1553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597866" indent="-2157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itchFamily="34" charset="0"/>
        <a:buChar char="–"/>
        <a:defRPr sz="1553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876768" indent="-16795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553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1151046" indent="-16333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553">
          <a:solidFill>
            <a:schemeClr val="tx1"/>
          </a:solidFill>
          <a:latin typeface="+mn-lt"/>
          <a:ea typeface="+mn-ea"/>
          <a:cs typeface="+mn-cs"/>
          <a:sym typeface="+mn-lt"/>
        </a:defRPr>
      </a:lvl4pPr>
      <a:lvl5pPr marL="1436110" indent="-174121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553">
          <a:solidFill>
            <a:schemeClr val="tx1"/>
          </a:solidFill>
          <a:latin typeface="+mn-lt"/>
          <a:ea typeface="+mn-ea"/>
          <a:cs typeface="+mn-cs"/>
          <a:sym typeface="+mn-lt"/>
        </a:defRPr>
      </a:lvl5pPr>
      <a:lvl6pPr marL="1879887" indent="-174121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1553">
          <a:solidFill>
            <a:schemeClr val="tx1"/>
          </a:solidFill>
          <a:latin typeface="+mn-lt"/>
          <a:ea typeface="+mn-ea"/>
        </a:defRPr>
      </a:lvl6pPr>
      <a:lvl7pPr marL="2323664" indent="-174121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1553">
          <a:solidFill>
            <a:schemeClr val="tx1"/>
          </a:solidFill>
          <a:latin typeface="+mn-lt"/>
          <a:ea typeface="+mn-ea"/>
        </a:defRPr>
      </a:lvl7pPr>
      <a:lvl8pPr marL="2767440" indent="-174121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1553">
          <a:solidFill>
            <a:schemeClr val="tx1"/>
          </a:solidFill>
          <a:latin typeface="+mn-lt"/>
          <a:ea typeface="+mn-ea"/>
        </a:defRPr>
      </a:lvl8pPr>
      <a:lvl9pPr marL="3211217" indent="-174121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1553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887553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7" algn="l" defTabSz="887553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3" algn="l" defTabSz="887553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0" algn="l" defTabSz="887553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06" algn="l" defTabSz="887553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83" algn="l" defTabSz="887553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60" algn="l" defTabSz="887553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36" algn="l" defTabSz="887553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13" algn="l" defTabSz="887553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571500"/>
          </a:xfrm>
        </p:spPr>
        <p:txBody>
          <a:bodyPr/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Virgin Atlantic Catering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RFP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-1679944" y="3844976"/>
            <a:ext cx="45719" cy="53163"/>
          </a:xfrm>
          <a:prstGeom prst="rect">
            <a:avLst/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400" b="1" dirty="0"/>
          </a:p>
        </p:txBody>
      </p:sp>
      <p:sp>
        <p:nvSpPr>
          <p:cNvPr id="47" name="Rectangle 46"/>
          <p:cNvSpPr/>
          <p:nvPr/>
        </p:nvSpPr>
        <p:spPr>
          <a:xfrm>
            <a:off x="342900" y="1278022"/>
            <a:ext cx="61721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n-US" sz="1200" kern="0" dirty="0"/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600" kern="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200" kern="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600" kern="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600" kern="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200" kern="0" dirty="0"/>
          </a:p>
        </p:txBody>
      </p:sp>
      <p:sp>
        <p:nvSpPr>
          <p:cNvPr id="60" name="Rectangle 59"/>
          <p:cNvSpPr>
            <a:spLocks noChangeArrowheads="1"/>
          </p:cNvSpPr>
          <p:nvPr/>
        </p:nvSpPr>
        <p:spPr bwMode="auto">
          <a:xfrm>
            <a:off x="342106" y="957896"/>
            <a:ext cx="6173788" cy="347663"/>
          </a:xfrm>
          <a:prstGeom prst="rect">
            <a:avLst/>
          </a:prstGeom>
          <a:solidFill>
            <a:srgbClr val="8EC19A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 Details </a:t>
            </a:r>
          </a:p>
        </p:txBody>
      </p:sp>
      <p:sp>
        <p:nvSpPr>
          <p:cNvPr id="61" name="Slide Number Placeholder 7"/>
          <p:cNvSpPr txBox="1">
            <a:spLocks/>
          </p:cNvSpPr>
          <p:nvPr/>
        </p:nvSpPr>
        <p:spPr>
          <a:xfrm>
            <a:off x="6581775" y="8850312"/>
            <a:ext cx="276225" cy="2936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MS PGothic"/>
                <a:cs typeface="MS PGothic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MS PGothic"/>
                <a:cs typeface="MS PGothic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MS PGothic"/>
                <a:cs typeface="MS PGothic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MS PGothic"/>
                <a:cs typeface="MS PGothic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MS PGothic"/>
                <a:cs typeface="MS PGothic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MS PGothic"/>
                <a:cs typeface="MS PGothic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MS PGothic"/>
                <a:cs typeface="MS PGothic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MS PGothic"/>
                <a:cs typeface="MS PGothic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MS PGothic"/>
                <a:cs typeface="MS PGothic"/>
              </a:defRPr>
            </a:lvl9pPr>
          </a:lstStyle>
          <a:p>
            <a:r>
              <a:rPr lang="en-US" sz="1000" dirty="0">
                <a:solidFill>
                  <a:srgbClr val="000000"/>
                </a:solidFill>
              </a:rPr>
              <a:t>2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89723275-6934-5D3C-0442-4FF695E2E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99" y="6483163"/>
            <a:ext cx="2991014" cy="2660837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9E16EE03-7D65-BC1D-F9F4-A0BE0784237E}"/>
              </a:ext>
            </a:extLst>
          </p:cNvPr>
          <p:cNvSpPr txBox="1"/>
          <p:nvPr/>
        </p:nvSpPr>
        <p:spPr>
          <a:xfrm>
            <a:off x="279400" y="1393438"/>
            <a:ext cx="2991014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Virgin Headquarters:  Fleming Way Crawley, West Sussex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Presentation Time:</a:t>
            </a:r>
            <a:r>
              <a:rPr lang="en-US" sz="11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 Your presentation is confirmed for </a:t>
            </a:r>
            <a:r>
              <a:rPr lang="en-US" sz="1100" b="1" dirty="0">
                <a:solidFill>
                  <a:srgbClr val="242424"/>
                </a:solidFill>
                <a:latin typeface="Calibri" panose="020F0502020204030204" pitchFamily="34" charset="0"/>
              </a:rPr>
              <a:t>2</a:t>
            </a:r>
            <a:r>
              <a:rPr lang="en-US" sz="11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pm - 4pm</a:t>
            </a:r>
            <a:r>
              <a:rPr lang="en-US" sz="11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2424"/>
                </a:solidFill>
                <a:latin typeface="Calibri" panose="020F0502020204030204" pitchFamily="34" charset="0"/>
              </a:rPr>
              <a:t>Leave by 12:15</a:t>
            </a:r>
            <a:endParaRPr lang="en-US" sz="1100" b="0" i="0" dirty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D830918-F60F-B37C-7DA4-845E5FBFA2FB}"/>
              </a:ext>
            </a:extLst>
          </p:cNvPr>
          <p:cNvSpPr txBox="1"/>
          <p:nvPr/>
        </p:nvSpPr>
        <p:spPr>
          <a:xfrm>
            <a:off x="3721099" y="1389150"/>
            <a:ext cx="2794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Dave Geer</a:t>
            </a:r>
            <a:r>
              <a:rPr lang="en-US" sz="11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– SVP Operations (7 yr)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Julie </a:t>
            </a:r>
            <a:r>
              <a:rPr lang="en-US" sz="1100" b="1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Dilloway</a:t>
            </a:r>
            <a:r>
              <a:rPr lang="en-US" sz="11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-Knapp</a:t>
            </a:r>
            <a:r>
              <a:rPr lang="en-US" sz="11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–VP Cabin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Paul Mills</a:t>
            </a:r>
            <a:r>
              <a:rPr lang="en-US" sz="11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– Head of Inflight Services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Kelly </a:t>
            </a:r>
            <a:r>
              <a:rPr lang="en-US" sz="1100" b="1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Patsavas</a:t>
            </a:r>
            <a:r>
              <a:rPr lang="en-US" sz="11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11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– Sr </a:t>
            </a:r>
            <a:r>
              <a:rPr lang="en-US" sz="11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Mgr</a:t>
            </a:r>
            <a:r>
              <a:rPr lang="en-US" sz="11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 Catering Operations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Paola Calderon</a:t>
            </a:r>
            <a:r>
              <a:rPr lang="en-US" sz="11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 - Sr </a:t>
            </a:r>
            <a:r>
              <a:rPr lang="en-US" sz="11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Mgr</a:t>
            </a:r>
            <a:r>
              <a:rPr lang="en-US" sz="11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 Catering Operations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Audrey </a:t>
            </a:r>
            <a:r>
              <a:rPr lang="en-US" sz="1100" b="1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Ceccaldi</a:t>
            </a:r>
            <a:r>
              <a:rPr lang="en-US" sz="11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– Senior Manager Food, beverage and Ancillaries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Miles King-  Senior Manager Customer Journeys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Co</a:t>
            </a:r>
            <a:r>
              <a:rPr lang="en-US" sz="1100" dirty="0">
                <a:solidFill>
                  <a:srgbClr val="242424"/>
                </a:solidFill>
                <a:latin typeface="Calibri" panose="020F0502020204030204" pitchFamily="34" charset="0"/>
              </a:rPr>
              <a:t>nnor Genders- Manager Inflight Services</a:t>
            </a:r>
            <a:endParaRPr lang="en-US" sz="1100" b="0" i="0" dirty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0B7DA5C-379E-C798-EBAC-BD3A1EB240F7}"/>
              </a:ext>
            </a:extLst>
          </p:cNvPr>
          <p:cNvSpPr txBox="1"/>
          <p:nvPr/>
        </p:nvSpPr>
        <p:spPr>
          <a:xfrm>
            <a:off x="187057" y="4836322"/>
            <a:ext cx="147997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242424"/>
                </a:solidFill>
                <a:latin typeface="Calibri" panose="020F0502020204030204" pitchFamily="34" charset="0"/>
              </a:rPr>
              <a:t>Julie </a:t>
            </a:r>
            <a:r>
              <a:rPr lang="en-US" sz="900" dirty="0" err="1">
                <a:solidFill>
                  <a:srgbClr val="242424"/>
                </a:solidFill>
                <a:latin typeface="Calibri" panose="020F0502020204030204" pitchFamily="34" charset="0"/>
              </a:rPr>
              <a:t>Dilloway</a:t>
            </a:r>
            <a:r>
              <a:rPr lang="en-US" sz="900" dirty="0">
                <a:solidFill>
                  <a:srgbClr val="242424"/>
                </a:solidFill>
                <a:latin typeface="Calibri" panose="020F0502020204030204" pitchFamily="34" charset="0"/>
              </a:rPr>
              <a:t>-Knapp:  VP cabin</a:t>
            </a:r>
          </a:p>
          <a:p>
            <a:r>
              <a:rPr lang="en-US" sz="900" dirty="0">
                <a:solidFill>
                  <a:srgbClr val="242424"/>
                </a:solidFill>
                <a:latin typeface="Calibri" panose="020F0502020204030204" pitchFamily="34" charset="0"/>
              </a:rPr>
              <a:t>25 yrs at VA</a:t>
            </a:r>
          </a:p>
          <a:p>
            <a:r>
              <a:rPr lang="en-US" sz="900" dirty="0">
                <a:solidFill>
                  <a:srgbClr val="242424"/>
                </a:solidFill>
                <a:latin typeface="Calibri" panose="020F0502020204030204" pitchFamily="34" charset="0"/>
              </a:rPr>
              <a:t>Recently transitioned in past year to Cabin and IFS</a:t>
            </a:r>
            <a:endParaRPr lang="en-US" sz="900" dirty="0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7F7AAB73-EDDB-DDE4-DC9B-AB527DF16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037" y="4750117"/>
            <a:ext cx="9525" cy="9525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B949C4E4-A127-B2C0-162A-05B5BCCCF02A}"/>
              </a:ext>
            </a:extLst>
          </p:cNvPr>
          <p:cNvSpPr txBox="1"/>
          <p:nvPr/>
        </p:nvSpPr>
        <p:spPr>
          <a:xfrm>
            <a:off x="2530426" y="4858659"/>
            <a:ext cx="14799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Paul Mills:  Head of IFS</a:t>
            </a:r>
          </a:p>
          <a:p>
            <a:r>
              <a:rPr lang="en-US" sz="9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10 yrs with VA </a:t>
            </a:r>
          </a:p>
          <a:p>
            <a:r>
              <a:rPr lang="en-US" sz="9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Deloitte prior</a:t>
            </a:r>
          </a:p>
          <a:p>
            <a:r>
              <a:rPr lang="en-US" sz="900" dirty="0">
                <a:solidFill>
                  <a:srgbClr val="242424"/>
                </a:solidFill>
                <a:latin typeface="Calibri" panose="020F0502020204030204" pitchFamily="34" charset="0"/>
              </a:rPr>
              <a:t>Speaker at IFSA this year</a:t>
            </a:r>
            <a:endParaRPr lang="en-US" sz="9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443C863-1651-71E6-241D-68A13EEE9858}"/>
              </a:ext>
            </a:extLst>
          </p:cNvPr>
          <p:cNvSpPr txBox="1"/>
          <p:nvPr/>
        </p:nvSpPr>
        <p:spPr>
          <a:xfrm>
            <a:off x="4583447" y="4836321"/>
            <a:ext cx="21364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Dave Geer</a:t>
            </a:r>
          </a:p>
          <a:p>
            <a:r>
              <a:rPr lang="en-US" sz="900" dirty="0">
                <a:solidFill>
                  <a:srgbClr val="242424"/>
                </a:solidFill>
                <a:latin typeface="Calibri" panose="020F0502020204030204" pitchFamily="34" charset="0"/>
              </a:rPr>
              <a:t>SVP Ops</a:t>
            </a:r>
          </a:p>
          <a:p>
            <a:r>
              <a:rPr lang="en-US" sz="900" dirty="0">
                <a:solidFill>
                  <a:srgbClr val="242424"/>
                </a:solidFill>
                <a:latin typeface="Calibri" panose="020F0502020204030204" pitchFamily="34" charset="0"/>
              </a:rPr>
              <a:t>7 yrs with VA</a:t>
            </a:r>
            <a:endParaRPr lang="en-US" sz="9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26EB7B8-527F-B616-1116-156BF034F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1" y="5816682"/>
            <a:ext cx="6173788" cy="347663"/>
          </a:xfrm>
          <a:prstGeom prst="rect">
            <a:avLst/>
          </a:prstGeom>
          <a:solidFill>
            <a:srgbClr val="8EC19A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Slide Talking Points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24623DD-7FCE-89D8-2602-8E81F4E7D796}"/>
              </a:ext>
            </a:extLst>
          </p:cNvPr>
          <p:cNvSpPr txBox="1"/>
          <p:nvPr/>
        </p:nvSpPr>
        <p:spPr>
          <a:xfrm>
            <a:off x="3587589" y="6470597"/>
            <a:ext cx="29275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Speaker:  Steve </a:t>
            </a:r>
          </a:p>
          <a:p>
            <a:endParaRPr lang="en-US" sz="1200" b="1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Kick off Meeting</a:t>
            </a:r>
            <a:r>
              <a:rPr lang="en-US" sz="1200" dirty="0">
                <a:solidFill>
                  <a:srgbClr val="242424"/>
                </a:solidFill>
                <a:latin typeface="Calibri" panose="020F0502020204030204" pitchFamily="34" charset="0"/>
              </a:rPr>
              <a:t> with round of introductions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Background; history of Mainline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42424"/>
                </a:solidFill>
                <a:latin typeface="Calibri" panose="020F0502020204030204" pitchFamily="34" charset="0"/>
              </a:rPr>
              <a:t>Our advantages and approach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With our history of Airline Procurement experience we provide ourselves with bringing full transparency  </a:t>
            </a:r>
            <a:endParaRPr lang="en-US" sz="1200" dirty="0"/>
          </a:p>
        </p:txBody>
      </p:sp>
      <p:pic>
        <p:nvPicPr>
          <p:cNvPr id="4" name="Picture 2" descr="Profile photo of Julie Dilloway-Knapp">
            <a:extLst>
              <a:ext uri="{FF2B5EF4-FFF2-40B4-BE49-F238E27FC236}">
                <a16:creationId xmlns:a16="http://schemas.microsoft.com/office/drawing/2014/main" id="{6113C88B-CE0F-53B4-6869-12AB116B9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0" y="3603805"/>
            <a:ext cx="1325719" cy="1133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file photo of Paul Mills">
            <a:extLst>
              <a:ext uri="{FF2B5EF4-FFF2-40B4-BE49-F238E27FC236}">
                <a16:creationId xmlns:a16="http://schemas.microsoft.com/office/drawing/2014/main" id="{03BC83A3-0664-DE76-04BD-48648E6E3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515" y="3575023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B90598-EB92-9D95-0E2E-A661BA0823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6618" y="3575023"/>
            <a:ext cx="1089452" cy="116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071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84CCC9-77F3-73CE-BA08-571FCCFEE7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205874-E0EA-471C-8627-0A9C7167430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B40CE9-4D6D-9A66-A93C-47E0B9DF2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03" y="78377"/>
            <a:ext cx="3444538" cy="29034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B5A014-B402-729A-9973-8B0F48F56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03" y="3226953"/>
            <a:ext cx="3520745" cy="26900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A56B1A-7AE5-E65D-2EAD-30EF72FC0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451" y="6162150"/>
            <a:ext cx="3558848" cy="27586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E4F4F0-D2BA-3144-1987-CEAE638FF09C}"/>
              </a:ext>
            </a:extLst>
          </p:cNvPr>
          <p:cNvSpPr txBox="1"/>
          <p:nvPr/>
        </p:nvSpPr>
        <p:spPr>
          <a:xfrm>
            <a:off x="3784441" y="652950"/>
            <a:ext cx="2927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Speaker:  Sherry </a:t>
            </a:r>
          </a:p>
          <a:p>
            <a:endParaRPr lang="en-US" sz="1200" b="1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Introduce team that is not present 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E9E611-CED2-EBFC-617A-513327A451F3}"/>
              </a:ext>
            </a:extLst>
          </p:cNvPr>
          <p:cNvSpPr txBox="1"/>
          <p:nvPr/>
        </p:nvSpPr>
        <p:spPr>
          <a:xfrm>
            <a:off x="3922554" y="3226953"/>
            <a:ext cx="29275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Speaker:  Sherry </a:t>
            </a:r>
          </a:p>
          <a:p>
            <a:endParaRPr lang="en-US" sz="1200" b="1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Introduce Strategic Partners- sister company Mainline foods which is our food manufacturer, in house microbiology testing partner and our partner brands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77425-DEE6-FACD-75D5-7A1D9B4114B3}"/>
              </a:ext>
            </a:extLst>
          </p:cNvPr>
          <p:cNvSpPr txBox="1"/>
          <p:nvPr/>
        </p:nvSpPr>
        <p:spPr>
          <a:xfrm>
            <a:off x="4016339" y="6261986"/>
            <a:ext cx="27537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Speaker:  Steve </a:t>
            </a:r>
          </a:p>
          <a:p>
            <a:endParaRPr lang="en-US" sz="1200" b="1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Through the years highlighting major milestones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42424"/>
                </a:solidFill>
                <a:latin typeface="Calibri" panose="020F0502020204030204" pitchFamily="34" charset="0"/>
              </a:rPr>
              <a:t>Launch year to 2025 growth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4931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250B48-506A-D847-3C2C-38CC4D296B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205874-E0EA-471C-8627-0A9C7167430C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687C32-9B28-2A89-A45B-33DB06131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14" y="104930"/>
            <a:ext cx="3505504" cy="26900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9D72F8-500C-9D8A-50E4-5AB17ED5C1FF}"/>
              </a:ext>
            </a:extLst>
          </p:cNvPr>
          <p:cNvSpPr txBox="1"/>
          <p:nvPr/>
        </p:nvSpPr>
        <p:spPr>
          <a:xfrm>
            <a:off x="3820101" y="3987245"/>
            <a:ext cx="27537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Which leads me into the next slide</a:t>
            </a:r>
          </a:p>
          <a:p>
            <a:endParaRPr lang="en-US" sz="1200" b="1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We have been nominated as host hero through GA restaurants association.  Goldbergs group include our restaurants, catering, and manufacturing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24E532-AA97-4CF1-A539-B3DE8FB1380D}"/>
              </a:ext>
            </a:extLst>
          </p:cNvPr>
          <p:cNvSpPr txBox="1"/>
          <p:nvPr/>
        </p:nvSpPr>
        <p:spPr>
          <a:xfrm>
            <a:off x="3958213" y="794845"/>
            <a:ext cx="275373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Speaker:  Sherry </a:t>
            </a:r>
          </a:p>
          <a:p>
            <a:endParaRPr lang="en-US" sz="1200" b="1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Proud slide moment making steps to a sustainable future through small steps in our operation with our recycled cardboard program.  </a:t>
            </a:r>
            <a:endParaRPr lang="en-US" sz="1200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42424"/>
                </a:solidFill>
                <a:latin typeface="Calibri" panose="020F0502020204030204" pitchFamily="34" charset="0"/>
              </a:rPr>
              <a:t>Our partnership with a Domestic airline on meals donations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42424"/>
                </a:solidFill>
                <a:latin typeface="Calibri" panose="020F0502020204030204" pitchFamily="34" charset="0"/>
              </a:rPr>
              <a:t>Refugee hiring program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42424"/>
                </a:solidFill>
                <a:latin typeface="Calibri" panose="020F0502020204030204" pitchFamily="34" charset="0"/>
              </a:rPr>
              <a:t>As well as many more local charitable initiatives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A75B2-82B0-C055-E269-B430CAFC0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76" y="3243923"/>
            <a:ext cx="3505504" cy="26561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9302C8-214B-076E-38B9-8565E1A65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644" y="6604826"/>
            <a:ext cx="1661304" cy="13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78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445BDD-9432-682A-DE3B-5B1E381A1D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205874-E0EA-471C-8627-0A9C7167430C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BEC1E-751A-DE63-0381-F002394E7075}"/>
              </a:ext>
            </a:extLst>
          </p:cNvPr>
          <p:cNvSpPr txBox="1"/>
          <p:nvPr/>
        </p:nvSpPr>
        <p:spPr>
          <a:xfrm>
            <a:off x="3865201" y="369444"/>
            <a:ext cx="2753738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Speaker:  Steve </a:t>
            </a:r>
          </a:p>
          <a:p>
            <a:endParaRPr lang="en-US" sz="1200" b="1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Comparing the location of our 2 sites both within 5 mins from airport\Sullivan currently supports SAS, </a:t>
            </a:r>
            <a:r>
              <a:rPr lang="en-US" sz="120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Ethopian</a:t>
            </a:r>
            <a:r>
              <a:rPr lang="en-US" sz="12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 and American- we will be moving SAS out and into Willingham in which will share the space with VA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42424"/>
                </a:solidFill>
                <a:latin typeface="Calibri" panose="020F0502020204030204" pitchFamily="34" charset="0"/>
              </a:rPr>
              <a:t>Key highlights;  Medina audited facility, new state of the art production equipment, 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BE99E1-7C12-EE0F-2A2A-EC82367E82CC}"/>
              </a:ext>
            </a:extLst>
          </p:cNvPr>
          <p:cNvSpPr txBox="1"/>
          <p:nvPr/>
        </p:nvSpPr>
        <p:spPr>
          <a:xfrm>
            <a:off x="4004616" y="3454464"/>
            <a:ext cx="27537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Speaker:  Steve </a:t>
            </a:r>
          </a:p>
          <a:p>
            <a:endParaRPr lang="en-US" sz="1200" b="1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42424"/>
                </a:solidFill>
                <a:latin typeface="Calibri" panose="020F0502020204030204" pitchFamily="34" charset="0"/>
              </a:rPr>
              <a:t>Lets take a tour-  starting in receiving area-  highlight # of docks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End with security area that will be sectioned off for 100% cart checks from security provider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VA will also have 2 dedicated refrigerated</a:t>
            </a:r>
            <a:r>
              <a:rPr lang="en-US" sz="1200" dirty="0">
                <a:solidFill>
                  <a:srgbClr val="242424"/>
                </a:solidFill>
                <a:latin typeface="Calibri" panose="020F0502020204030204" pitchFamily="34" charset="0"/>
              </a:rPr>
              <a:t> trucks to support operation which will be arriving this week</a:t>
            </a:r>
            <a:endParaRPr lang="en-US" sz="1200" i="0" dirty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CC95A3-F700-C012-BB52-6A9CD4543F02}"/>
              </a:ext>
            </a:extLst>
          </p:cNvPr>
          <p:cNvSpPr txBox="1"/>
          <p:nvPr/>
        </p:nvSpPr>
        <p:spPr>
          <a:xfrm>
            <a:off x="4104262" y="6308652"/>
            <a:ext cx="27537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Speaker:  Steve </a:t>
            </a:r>
          </a:p>
          <a:p>
            <a:endParaRPr lang="en-US" sz="1200" b="1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Once we receive award, we will break ground on the construction and remodel,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42424"/>
                </a:solidFill>
                <a:latin typeface="Calibri" panose="020F0502020204030204" pitchFamily="34" charset="0"/>
              </a:rPr>
              <a:t>3 Phase approach with transitioning SAS first and then moving in VA,  expected launch timing is Sept </a:t>
            </a:r>
            <a:endParaRPr lang="en-US" sz="1200" i="0" dirty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F53859-EA5F-473B-0B90-2CA8FBB43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69" y="290860"/>
            <a:ext cx="3491357" cy="26300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179E5F-CD7C-8CE5-F6DF-D4DD88904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69" y="3210404"/>
            <a:ext cx="3677632" cy="27931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E13334-5644-D6BE-3FDE-1E4F0EC1B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534" y="6231642"/>
            <a:ext cx="3582159" cy="279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39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445BDD-9432-682A-DE3B-5B1E381A1D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205874-E0EA-471C-8627-0A9C7167430C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BEC1E-751A-DE63-0381-F002394E7075}"/>
              </a:ext>
            </a:extLst>
          </p:cNvPr>
          <p:cNvSpPr txBox="1"/>
          <p:nvPr/>
        </p:nvSpPr>
        <p:spPr>
          <a:xfrm>
            <a:off x="3916693" y="1080386"/>
            <a:ext cx="27537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Speaker:  Chef </a:t>
            </a:r>
          </a:p>
          <a:p>
            <a:endParaRPr lang="en-US" sz="1200" b="1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Core areas of responsibility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BE99E1-7C12-EE0F-2A2A-EC82367E82CC}"/>
              </a:ext>
            </a:extLst>
          </p:cNvPr>
          <p:cNvSpPr txBox="1"/>
          <p:nvPr/>
        </p:nvSpPr>
        <p:spPr>
          <a:xfrm>
            <a:off x="4004616" y="3454464"/>
            <a:ext cx="27537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Speaker:  </a:t>
            </a:r>
            <a:r>
              <a:rPr lang="en-US" sz="1200" b="1" dirty="0">
                <a:solidFill>
                  <a:srgbClr val="242424"/>
                </a:solidFill>
                <a:latin typeface="Calibri" panose="020F0502020204030204" pitchFamily="34" charset="0"/>
              </a:rPr>
              <a:t>Chef</a:t>
            </a:r>
            <a:endParaRPr lang="en-US" sz="1200" b="1" i="0" dirty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  <a:p>
            <a:endParaRPr lang="en-US" sz="1200" b="1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Wanted to highlight our QA team that focuses on food safety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CC95A3-F700-C012-BB52-6A9CD4543F02}"/>
              </a:ext>
            </a:extLst>
          </p:cNvPr>
          <p:cNvSpPr txBox="1"/>
          <p:nvPr/>
        </p:nvSpPr>
        <p:spPr>
          <a:xfrm>
            <a:off x="4221827" y="6700538"/>
            <a:ext cx="27537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Speaker:  Chef</a:t>
            </a:r>
          </a:p>
          <a:p>
            <a:endParaRPr lang="en-US" sz="1200" b="1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For those that couldn’t be apart of the tasting.  We hosted the team to want through our menu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42424"/>
                </a:solidFill>
                <a:latin typeface="Calibri" panose="020F0502020204030204" pitchFamily="34" charset="0"/>
              </a:rPr>
              <a:t>Wanted to highlight some of the following</a:t>
            </a:r>
            <a:endParaRPr lang="en-US" sz="1200" i="0" dirty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08DE8-092A-7DB9-D312-08FC83A0A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69" y="119572"/>
            <a:ext cx="3702953" cy="29523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0C858A-7178-31F5-EABF-79DD38ED8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69" y="3338344"/>
            <a:ext cx="3817047" cy="29487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3A20A2-343A-9698-BD94-C28A1BBC4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052" y="6855002"/>
            <a:ext cx="1767993" cy="13488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EA86AA-9BC9-9158-0561-65776A9AEF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993" y="6841488"/>
            <a:ext cx="1722269" cy="131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599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cqlTo.ESSWAoiOq15wKS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Blank Presentation">
  <a:themeElements>
    <a:clrScheme name="">
      <a:dk1>
        <a:srgbClr val="000000"/>
      </a:dk1>
      <a:lt1>
        <a:srgbClr val="FFFFFF"/>
      </a:lt1>
      <a:dk2>
        <a:srgbClr val="C01933"/>
      </a:dk2>
      <a:lt2>
        <a:srgbClr val="808080"/>
      </a:lt2>
      <a:accent1>
        <a:srgbClr val="003366"/>
      </a:accent1>
      <a:accent2>
        <a:srgbClr val="E01933"/>
      </a:accent2>
      <a:accent3>
        <a:srgbClr val="FFFFFF"/>
      </a:accent3>
      <a:accent4>
        <a:srgbClr val="000000"/>
      </a:accent4>
      <a:accent5>
        <a:srgbClr val="AAADB8"/>
      </a:accent5>
      <a:accent6>
        <a:srgbClr val="CB162D"/>
      </a:accent6>
      <a:hlink>
        <a:srgbClr val="991933"/>
      </a:hlink>
      <a:folHlink>
        <a:srgbClr val="002A50"/>
      </a:folHlink>
    </a:clrScheme>
    <a:fontScheme name="2_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2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42478ca-ca2d-4d01-83eb-90396d5625e9">
      <Terms xmlns="http://schemas.microsoft.com/office/infopath/2007/PartnerControls"/>
    </lcf76f155ced4ddcb4097134ff3c332f>
    <TaxCatchAll xmlns="70b03f2f-74c7-4926-a36d-d4bdb9e02d4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60CDE7020FBE4F987D5680CBA97CD3" ma:contentTypeVersion="10" ma:contentTypeDescription="Create a new document." ma:contentTypeScope="" ma:versionID="9c73f154aa90295fe69c3dad76979201">
  <xsd:schema xmlns:xsd="http://www.w3.org/2001/XMLSchema" xmlns:xs="http://www.w3.org/2001/XMLSchema" xmlns:p="http://schemas.microsoft.com/office/2006/metadata/properties" xmlns:ns2="042478ca-ca2d-4d01-83eb-90396d5625e9" xmlns:ns3="70b03f2f-74c7-4926-a36d-d4bdb9e02d45" targetNamespace="http://schemas.microsoft.com/office/2006/metadata/properties" ma:root="true" ma:fieldsID="3304b05f5e8d0097e758cfa1658ef71e" ns2:_="" ns3:_="">
    <xsd:import namespace="042478ca-ca2d-4d01-83eb-90396d5625e9"/>
    <xsd:import namespace="70b03f2f-74c7-4926-a36d-d4bdb9e02d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EventHashCode" minOccurs="0"/>
                <xsd:element ref="ns2:MediaServiceOCR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2478ca-ca2d-4d01-83eb-90396d5625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fieldId="{5cf76f15-5ced-4ddc-b409-7134ff3c332f}" ma:taxonomyMulti="true" ma:sspId="00000000-0000-0000-0000-000000000000" ma:termSetId="00000000-0000-0000-0000-00000000000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b03f2f-74c7-4926-a36d-d4bdb9e02d4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7cd25fd-8387-47a0-a3a2-f48b21d35c24}" ma:internalName="TaxCatchAll" ma:showField="CatchAllData" ma:web="70b03f2f-74c7-4926-a36d-d4bdb9e02d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E3AEBE-3067-49A8-B81E-080FAE15C6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2100EB-9DC9-43B8-8DB4-1972E760B4B7}">
  <ds:schemaRefs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www.w3.org/XML/1998/namespace"/>
    <ds:schemaRef ds:uri="bb65a583-510b-4847-a869-f88fb29945c4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ee01b9df-5a8c-414d-b459-beec23b870c1"/>
  </ds:schemaRefs>
</ds:datastoreItem>
</file>

<file path=customXml/itemProps3.xml><?xml version="1.0" encoding="utf-8"?>
<ds:datastoreItem xmlns:ds="http://schemas.openxmlformats.org/officeDocument/2006/customXml" ds:itemID="{4DCAD9AD-797F-44DD-A798-FCAF7DCBD87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1801</TotalTime>
  <Words>484</Words>
  <Application>Microsoft Office PowerPoint</Application>
  <PresentationFormat>Letter Paper (8.5x11 in)</PresentationFormat>
  <Paragraphs>85</Paragraphs>
  <Slides>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Lato</vt:lpstr>
      <vt:lpstr>Times</vt:lpstr>
      <vt:lpstr>3_Blank Presentation</vt:lpstr>
      <vt:lpstr>think-cell Slide</vt:lpstr>
      <vt:lpstr>Virgin Atlantic Catering RFP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McClure, Zach</dc:creator>
  <cp:lastModifiedBy>Sherry Cox</cp:lastModifiedBy>
  <cp:revision>74</cp:revision>
  <cp:lastPrinted>2024-10-02T23:43:02Z</cp:lastPrinted>
  <dcterms:created xsi:type="dcterms:W3CDTF">2020-04-24T17:45:01Z</dcterms:created>
  <dcterms:modified xsi:type="dcterms:W3CDTF">2024-10-08T07:01:21Z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0x0101000560CDE7020FBE4F987D5680CBA97CD3</vt:lpwstr>
  </property>
</Properties>
</file>